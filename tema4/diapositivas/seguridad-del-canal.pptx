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4: PROGRAMACIÓN DE COMUNICACIONES EN RED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del canal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Programación de comunicaciones en red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apartado del módulo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canal /ws-actividad ya emite datos reales, conectado a ActividadService desde la Actividad 4.2.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11091672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afrontas algo que has dejado pendiente a propósito: qué implica en seguridad haberlo abierto sin autenticación.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aviso de seguridad del handshake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Actividad 4.2 has abierto /ws-actividad con permitAll() — sin exigir ninguna autenticación. Pero GET /api/v1/actividad (la misma información, por REST) exige rol ADMIN.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91672" cy="201168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15768"/>
            <a:ext cx="1054303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¿Puede un usuario anónimo suscribirse al topic y ver en vivo lo que por REST está protegido?
</a:t>
            </a:r>
            <a:endParaRPr lang="en-US" sz="2000" dirty="0"/>
          </a:p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Sí. El handshake de WebSocket, tal como lo has configurado, no lleva el JWT por ningún sitio — un cliente que ni siquiera ha hecho login puede conectar y suscribirse sin problema.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opciones frente a esto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Restringir el handshake: exigir un token válido antes de aceptar la conexión.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Filtrar qué se emite: dejar el canal abierto, pero no mandar por él nada sensible.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Asumirlo y documentarlo como decisión consciente para un canal de demostración.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1091672" cy="182880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10128"/>
            <a:ext cx="1054303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no vale quedarse solo en detectar y documentar
</a:t>
            </a:r>
            <a:endParaRPr lang="en-US" sz="2000" dirty="0"/>
          </a:p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Terminar el módulo con un agujero de seguridad real, detectado y descrito por escrito pero sin corregir, transmite el mensaje contrario a todo lo construido. La remediación mínima es obligatoria, no opcional.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remediación mínima: JWT en el handshake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forma más simple de exigir el token en el handshake: pasarlo como parámetro de consulta en la propia URL de conexión, y validarlo con un interceptor antes de aceptar.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1672" cy="1051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73152" cy="10515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10588752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client = new StompJs.Client({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brokerURL: `ws://localhost:8080/ws-actividad?token=${token}`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91672" cy="10515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4904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parámetro no lo añade el navegador por su cuenta: lo pone el propio cliente, al construir la URL de conexión — no hay ninguna cookie ni sesión de por medio.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interceptor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gancho que Spring ejecuta justo antes (y justo después) de que la conexión WebSocket se establezca, y en el que tu código decide, con un simple true/false, si esa conexión sigue adelante o se corta ahí mismo.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91672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1752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HandshakeInterceptor tiene dos métodos: beforeHandshake (donde decides si la conexión sigue) y afterHandshake (se ejecuta después de establecerse, útil para logging o limpieza — hoy no hace falta).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JwtHandshakeInterceptor (1/2): beforeHandshake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1672" cy="5120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51206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07008"/>
            <a:ext cx="10588752" cy="4901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JwtHandshakeInterceptor implements HandshakeInterceptor {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JwtDecoder jwtDecoder;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beforeHandshake(ServerHttpRequest request,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ServerHttpResponse response, WebSocketHandler wsHandler,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Map&lt;String, Object&gt; attributes)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token = extraerToken(request.getURI().getQuery());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(token == null)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response.setStatusCode(HttpStatus.UNAUTHORIZED);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 // rechaza el handshake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jwtDecoder.decode(token); // lanza excepción si no es válido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catch (JwtException e)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response.setStatusCode(HttpStatus.UNAUTHORIZED);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JwtHandshakeInterceptor (2/2): afterHandshake y el token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1672" cy="3657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36576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9888"/>
            <a:ext cx="1058875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afterHandshake(ServerHttpRequest request,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ServerHttpResponse response, WebSocketHandler wsHandler,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Exception exception)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no hace falta nada aquí para este caso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extraerToken(String query)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(query == null) return null;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(String param : query.split("&amp;"))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(param.startsWith("token=")) return param.substring(6);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null;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beforeHandshake recibe la petición en crudo: no hay ningún @RequestParam que lo resuelva solo, así que extraerToken recorre la query string a mano, param a param, hasta encontrar el que empieza por "token=".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Conectando el interceptor a la configuración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1672" cy="3931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393192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07008"/>
            <a:ext cx="10588752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@EnableWebSocketMessageBroker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WebSocketConfig implements WebSocketMessageBrokerConfigurer {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JwtHandshakeInterceptor jwtHandshakeInterceptor;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registerStompEndpoints(StompEndpointRegistry registry)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registry.addEndpoint("/ws-actividad")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.setAllowedOriginPatterns("*")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.addInterceptors(jwtHandshakeInterceptor);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configureMessageBroker sigue exactamente igual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llevar @RequiredArgsConstructor en ambas clases, Spring construye e inyecta las dos piezas solo — igual que reutiliza el mismo JwtDecoder ya configurado desde el Tema 2 para validar tokens en el resto de la API.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comprueba exactamente, y qué límite tiene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214884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44168"/>
            <a:ext cx="10543032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jwtDecoder.decode(token) comprueba que el token es válido, no que su dueño tiene rol ADMIN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la puerta a quien no ha hecho login en absoluto — el agujero real detectado en el Paso 1 de la Actividad 4.3 — pero no reproduce del todo la misma política que GET /api/v1/actividad: cualquier usuario autenticado, no solo uno con rol ADMIN, sigue viendo el canal en vivo.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91672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490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el token en la URL (?token=...) puede quedar registrado en logs del servidor, proxies o monitorización. Para esta práctica local es una solución sencilla y observable; en producción convendría un mecanismo que no exponga el token en la propia URL.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 y documentación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no aparece en Swagger, así que la nueva ruta no queda documentada automáticamente. Pero /ws-actividad es, ante todo, una ruta más con su propia política de acceso: añádela a docs/seguridad.md (Actividad 2.5), igual que las demás.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1663751"/>
                <a:gridCol w="3882085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puede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/ws-actividad (handshake, Upgrade: websocket)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Cualquiera con un JWT válido — no distingue rol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80560"/>
            <a:ext cx="11091672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57200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mismo documento en el que ya clasificaste el resto de rutas del proyecto — no hace falta ningún criterio distinto para esta, aunque no sea HTTP tradicional.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canal abierto sin autenticación puede exponer, por WebSocket, información que por REST está protegida — una incoherencia real que hay que resolver, no solo señalar.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HandshakeInterceptor puede rechazar la conexión WebSocket antes de establecerse, validando un token pasado como parámetro de consulta.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validación comprueba que el token es válido, no el rol de su dueño: cierra el agujero de autenticación, pero no reproduce la política de solo-ADMIN del REST — una remediación mínima, con ese límite consciente.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y detectar un agujero de seguridad no sustituye corregirlo — la remediación mínima es parte obligatoria de la entrega.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no aparece en Swagger — documentas la ruta a mano, en el mismo docs/seguridad.md del Tema 2, no en un fichero aparte.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Seguridad del canal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del canal</dc:title>
  <dc:subject>PptxGenJS Presentation</dc:subject>
  <dc:creator>Programación de Servicios y Procesos</dc:creator>
  <cp:lastModifiedBy>Programación de Servicios y Procesos</cp:lastModifiedBy>
  <cp:revision>1</cp:revision>
  <dcterms:created xsi:type="dcterms:W3CDTF">2026-08-10T18:20:06Z</dcterms:created>
  <dcterms:modified xsi:type="dcterms:W3CDTF">2026-08-10T18:20:06Z</dcterms:modified>
</cp:coreProperties>
</file>