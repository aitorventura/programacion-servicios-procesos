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2: SEGURIDAD Y AUTENTICACIÓN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JWT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Autenticación con JWT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con JWT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terminar el apartado anterior, tus usuarios ya eran reales —persistidos en PostgreSQL, con la contraseña protegida por BCrypt—. Pero seguía quedando el problema señalado desde entonces: con HTTP Basic, cada petición volvía a mandar usuario y contraseña, aunque fuera solo codificados en Base64, no cifrados.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91672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5468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es un protocolo sin estado: cada petición llega sola, sin memoria de la anterior. El servidor no "recuerda" que hace un segundo te has autenticado. Hoy sustituyes eso por algo mejor.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histórica 1: sesión en el servidor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servidor, tras el login, guarda en su propia memoria (o en una base de datos de sesiones) quién eres, y te entrega una cookie con un identificador de sesión. En cada petición posterior, mandas esa cookie, y el servidor busca "¿quién es el dueño de esta sesión?".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632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Límite: el servidor tiene que guardar el estado de cada sesión activa. El problema aparece en cuanto tu aplicación corre en varias copias detrás de un balanceador de carga.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balanceador rompe la sesión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422904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Login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25824" y="15544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3024" y="1554480"/>
            <a:ext cx="3422904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160020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Balanceador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60208" y="15544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17408" y="1554480"/>
            <a:ext cx="3422904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3128" y="160020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Servidor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tu sesión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422904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5468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 Siguiente petición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25824" y="31089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83024" y="3108960"/>
            <a:ext cx="3422904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8744" y="315468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Balanceador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60208" y="31089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17408" y="3108960"/>
            <a:ext cx="3422904" cy="1005840"/>
          </a:xfrm>
          <a:prstGeom prst="roundRect">
            <a:avLst/>
          </a:prstGeom>
          <a:solidFill>
            <a:srgbClr val="EFEBE9"/>
          </a:solidFill>
          <a:ln w="15875">
            <a:solidFill>
              <a:srgbClr val="6D4C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3128" y="3154680"/>
            <a:ext cx="3331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Servidor 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te reconoce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sesión vive solo en la memoria del Servidor 1 — si la siguiente petición cae en el Servidor 2, es como si no hubieras iniciado sesión nunca.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histórica 2: token autocontenido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828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no necesita guardar el estado de cada sesión. En el login, te entrega un token: un "carné" protegido criptográficamente que contiene, dentro de sí mismo, quién eres y qué puedes hacer. En cada petición posterior, presentas ese token, y el servidor puede validarlo sin consultar ningún almacén de sesiones.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del token autocontenido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pic>
        <p:nvPicPr>
          <p:cNvPr id="5" name="Image 0" descr="C:/Users/Aitor/docxgen/img/psp-t2-jwt-token-autoconten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3469" y="1188720"/>
            <a:ext cx="516201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cambia es la frecuencia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login sigue mandando usuario y contraseña — eso no desaparece, y ahí sigues expuesto igual que con HTTP Basic. Lo que cambia es la frecuencia: en vez de en todas las peticiones, viajan una única vez, contra un único endpoint (/login) que puedes proteger a fondo.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91672" cy="12344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5468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(JSON Web Token) es el formato estándar de ese token autocontenido, y es lo que vas a implementar hoy: resuelve el problema de la sesión en servidor porque no hay que compartir ni coordinar un almacén entre copias de la aplicación.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significa "firmado"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14630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Firmar no es lo mismo que cifrar. Proteger un dato mediante una firma o un código de autenticación no oculta su contenido: sigue siendo legible por cualquiera. Lo que permite es comprobar que no se ha modificado y que fue generado por alguien que conocía la clave necesaria.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Utilizarás HMAC (Hash-based Message Authentication Code) con el algoritmo HS256: combina una función hash —SHA-256— con un secreto compartido. Solo quien conoce ese secreto puede generar un código válido.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HS256: un código MAC simétrico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91672" cy="1737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habitualmente se hable de «firmar un JWT», HS256 utiliza técnicamente un código MAC simétrico: la misma clave sirve para generar y para verificar el token. Su finalidad es comprobar la integridad y autenticidad del mensaje, no proteger contraseñas como hace BCrypt.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 JWT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JWT tiene tres partes separadas por puntos: header.payload.signature, codificadas mediante Base64URL: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6400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73152" cy="6400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12848"/>
            <a:ext cx="10588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eyJhbGciOiJIUzI1NiJ9.eyJzdWIiOiJhZG1pbiIsInJvbGVzIjpb...fQ.SflKxwRJ...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887333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contiene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header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Metadatos sobre la protección del token, como el algoritmo (alg).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claims: los datos reales, quién eres y qué puedes hacer.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código HMAC calculado sobre header y payload, con el secreto del servidor.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claims del payload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6858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105887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{"sub": "admin", "roles": ["ADMIN"], "iat": 1730000000, "exp": 1730003600}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914400"/>
        </p:xfrm>
        <a:graphic>
          <a:graphicData uri="http://schemas.openxmlformats.org/drawingml/2006/table">
            <a:tbl>
              <a:tblPr/>
              <a:tblGrid>
                <a:gridCol w="1663751"/>
                <a:gridCol w="5545836"/>
                <a:gridCol w="388208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¿De dónde sale?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eres — el usuario autenticado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 de JWT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se emitió el token (timestamp Unix)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 de JWT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caduca el token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 de JWT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puedes hacer — tus roles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Personalizado: lo añades tú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contenido NO va cifrado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3566160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10543032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Dos escenarios que conviene no mezclar
</a:t>
            </a:r>
            <a:endParaRPr lang="en-US" sz="1950" dirty="0"/>
          </a:p>
          <a:p>
            <a:pPr indent="0" marL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alguien roba un token válido y lo reenvía tal cual, el servidor lo acepta como credencial válida — la firma no protege de esto, por eso necesitas HTTPS: cifra el transporte para que nadie pueda leer u obtener el token.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alguien intenta modificarlo o fabricar uno nuevo —por ejemplo, cambiando tu rol de USER a ADMIN—, ahí sí entra la firma: se calcula con HMAC y un secreto que solo conoce el servidor. Sin ese secreto, es computacionalmente inviable calcular un código válido.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completo, pieza a pieza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737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entrar en el código de cada pieza, aquí tienes el mapa completo: primero cómo se genera el token en el login, después cómo se valida ese mismo token en cada petición posterior. Los nombres son los mismos que verás en el código — vuelve a este mapa si te pierdes.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Generando el token en el login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pic>
        <p:nvPicPr>
          <p:cNvPr id="5" name="Image 0" descr="C:/Users/Aitor/docxgen/img/psp-t2-jwt-flujo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66" y="1508760"/>
            <a:ext cx="11034021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Validando el token en una petición posterior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pic>
        <p:nvPicPr>
          <p:cNvPr id="5" name="Image 0" descr="C:/Users/Aitor/docxgen/img/psp-t2-jwt-flujo-valid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09" y="2194560"/>
            <a:ext cx="10933533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SecurityFilterChain no genera la respuesta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554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SecurityFilterChain solo decide si la petición llega o no a tu controller. Si hasRole("ADMIN") coincide, la deja pasar sin más — tu LibroController ejecuta el mismo código que con HTTP Basic, sin saber nada de JWT—; si no coincide, la petición nunca llega, y es SecurityFilterChain quien responde con 403.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token fuera de un usuario sin ADMIN, la firma seguiría siendo válida, pero la autoridad sería ROLE_USER: la firma certifica que el token es auténtico, no que tengas permiso para todo.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secreto y los beans de SecurityConfig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JwtEncoder, JwtDecoder, JwtAuthenticationConverter... vienen de un starter que no habías necesitado hasta ahora: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73152" cy="118872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12848"/>
            <a:ext cx="10588752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&lt;groupId&gt;org.springframework.boot&lt;/groupId&gt;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&lt;artifactId&gt;spring-boot-starter-oauth2-resource-server&lt;/artifactId&gt;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0332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JwtEncoder firma tokens nuevos; JwtDecoder verifica los que llegan. Ambos necesitan la misma clave: el secreto con el que se calcula la firma HMAC — el mismo en los dos lados.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beans JwtEncoder y JwtDecoder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3566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" cy="35661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10588752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@Value("${libreria.jwt.secret}")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jwtSecret;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JwtEncoder jwtEncoder()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NimbusJwtEncoder(new ImmutableSecret&lt;&gt;(jwtSecret.getBytes(StandardCharsets.UTF_8)));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JwtDecoder jwtDecoder()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SecretKeySpec secretKey = new SecretKeySpec(jwtSecret.getBytes(StandardCharsets.UTF_8), "HmacSHA256");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NimbusJwtDecoder.withSecretKey(secretKey).macAlgorithm(MacAlgorithm.HS256).build();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secreto tiene que ser largo y aleatorio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920240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64208"/>
            <a:ext cx="1054303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HS256 requiere al menos 256 bits (32 bytes)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 este código conviertes directamente el texto a bytes UTF-8, una cadena ASCII de 32 caracteres ocupa esos 32 bytes mínimos. La longitud no basta por sí sola: "aaaaaaaaaaaaaaaaaaaaaaaaaaaaaaaa" tiene 32 caracteres, pero sigue siendo predecible. Utiliza una cadena generada aleatoriamente y guardada fuera del repositorio.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clave demasiado corta será rechazada cuando la biblioteca intente utilizarla para firmar o validar el token.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AuthenticationManager: qué hace por debajo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unas credenciales todavía sin comprobar y, si son correctas, devuelve un Authentication ya validado. Por debajo usa dos piezas que ya tienes en tu contexto:</a:t>
            </a:r>
            <a:endParaRPr lang="en-US" sz="1800" dirty="0"/>
          </a:p>
        </p:txBody>
      </p:sp>
      <p:pic>
        <p:nvPicPr>
          <p:cNvPr id="6" name="Image 0" descr="C:/Users/Aitor/docxgen/img/psp-t2-jwt-authmanager-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69" y="2697480"/>
            <a:ext cx="10783614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Exponerlo como bean inyectable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construye internamente el AuthenticationManager, pero no lo publica como bean por su cuenta. AuthenticationConfiguration.getAuthenticationManager() es la forma soportada de pedírsela: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11091672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611880"/>
            <a:ext cx="73152" cy="15544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21608"/>
            <a:ext cx="105887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AuthenticationManager authenticationManager(AuthenticationConfiguration configuration)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throws Exception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configuration.getAuthenticationManager();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el token: JwtService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4206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42062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98448"/>
            <a:ext cx="10588752" cy="3986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JwtService {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JwtEncoder jwtEncoder;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@Value("${libreria.jwt.expiration-minutes}")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long expirationMinutes;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generarToken(Authentication authentication)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Instant ahora = Instant.now();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List&lt;String&gt; roles = authentication.getAuthorities().stream()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.map(GrantedAuthority::getAuthority)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.filter(a -&gt; a.startsWith("ROLE_"))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.map(a -&gt; a.replace("ROLE_", ""))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.toList();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JwtClaimsSet claims = JwtClaimsSet.builder()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.issuer("libreria").issuedAt(ahora)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.expiresAt(ahora.plusSeconds(expirationMinutes * 60))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.subject(authentication.getName()).claim("roles", roles).build();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JwsHeader jwsHeader = JwsHeader.with(MacAlgorithm.HS256).build();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jwtEncoder.encode(JwtEncoderParameters.from(jwsHeader, claims)).getTokenValue();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construye JwtService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645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Authentication es el mismo del diagrama de antes: te lo entrega authenticationManager.authenticate(...). Los claims son los datos que viajan dentro del token: subject (quién eres), roles (qué puedes hacer), issuedAt/expiresAt (cuándo se emitió y caduca). jwtEncoder.encode(...) firma todo con HS256 y el secreto configurado.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getExpiresInSeconds() expresa esa duración en segundos, para que el cliente sepa cuánto le queda de validez sin decodificar el token.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endpoint de login: DTOs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1920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19202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55648"/>
            <a:ext cx="1058875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LoginRequestDTO(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@NotBlank(message = "El nombre de usuario no puede estar vacío") String username,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@NotBlank(message = "La contraseña no puede estar vacía") String password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LoginResponseDTO(String accessToken, String tokenType, long expiresInSeconds) {}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LoginResponseDTO no llama a su campo token a secas, sino accessToken; tokenType viaja siempre como "Bearer", el prefijo que el cliente antepondrá en la cabecera Authorization.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AuthController.login(...)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2743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27432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98448"/>
            <a:ext cx="1058875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@PostMapping("/login")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ResponseEntity&lt;LoginResponseDTO&gt; login(@Valid @RequestBody LoginRequestDTO dto)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Authentication authentication = authenticationManager.authenticate(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 UsernamePasswordAuthenticationToken(dto.username(), dto.password())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token = jwtService.generarToken(authentication);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ResponseEntity.ok(new LoginResponseDTO(token, "Bearer", jwtService.getExpiresInSeconds()));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authenticationManager.authenticate(...) dispara la verificación (tu UserDetailsService + tu PasswordEncoder). Si son correctas, devuelve el Authentication; si no, lanza una AuthenticationException.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diferencia importante con el 401 de HTTP Basic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1672" cy="1737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401 de HTTP Basic nunca llegaba a tu GlobalExceptionHandler —lo generaba un filtro, antes del DispatcherServlet—. Esta excepción es distinta: authenticate(...) se llama dentro de tu propio método de controller, no en ningún filtro, así que sí pasa por el ciclo normal de Spring MVC.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sexto @ExceptionHandler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2468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24688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98448"/>
            <a:ext cx="10588752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@ExceptionHandler(AuthenticationException.class)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ResponseEntity&lt;ErrorResponse&gt; handleAuthenticationException(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AuthenticationException ex, HttpServletRequest request) {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ErrorResponse response = new ErrorResponse(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LocalDateTime.now().toString(), 401, "No autenticado",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"Usuario o contraseña incorrectos", request.getRequestURI());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ResponseEntity.status(HttpStatus.UNAUTHORIZED).body(response);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Añádelo a la misma clase de siempre, junto a los otros cinco. Es un caso distinto al AuthenticationEntryPoint de la Actividad 2.2, aunque los dos acaben resolviendo un 401.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AuthenticationEntryPoint vs. este @ExceptionHandler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914400"/>
        </p:xfrm>
        <a:graphic>
          <a:graphicData uri="http://schemas.openxmlformats.org/drawingml/2006/table">
            <a:tbl>
              <a:tblPr/>
              <a:tblGrid>
                <a:gridCol w="2662001"/>
                <a:gridCol w="4214835"/>
                <a:gridCol w="4214835"/>
              </a:tblGrid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AuthenticationEntryPoint (2.2)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 @ExceptionHandler (hoy)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genera el fallo?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Security, en un filtro, antes de cualquier controller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 propio código, dentro de AuthController.login(...)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¿Llega a un controller?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se corta antes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 — la ruta es permitAll(), y falla ya dentro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¿Pasa por DispatcherServlet?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cambio de modo en SecurityConfig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4297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42976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98448"/>
            <a:ext cx="10588752" cy="4078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SecurityFilterChain securityFilterChain(HttpSecurity http,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AuthenticationEntryPoint customAuthenticationEntryPoint) throws Exception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.sessionManagement(session -&gt; session.sessionCreationPolicy(SessionCreationPolicy.STATELESS))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.authorizeHttpRequests(auth -&gt; auth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.requestMatchers(POST, "/api/v1/auth/register", "/api/v1/auth/login").permitAll()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.requestMatchers(GET, "/api/v1/libros/**").permitAll()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.requestMatchers("/v3/api-docs/**", "/swagger-ui/**", "/documentacion").permitAll()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.anyRequest().authenticated()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.exceptionHandling(ex -&gt; ex.authenticationEntryPoint(customAuthenticationEntryPoint))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.csrf(AbstractHttpConfigurer::disable)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.oauth2ResourceServer(oauth2 -&gt; oauth2.jwt(jwt -&gt; jwt.jwtAuthenticationConverter(jwtAuthenticationConverter())))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.httpBasic(AbstractHttpConfigurer::disable)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.build();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STATELESS, oauth2ResourceServer, httpBasic disable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9167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SessionCreationPolicy.STATELESS: consecuencia directa de usar tokens autocontenidos — con JWT no hace falta que el servidor guarde ninguna sesión.</a:t>
            </a:r>
            <a:endParaRPr lang="en-US" sz="1850" dirty="0"/>
          </a:p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oauth2ResourceServer(oauth2 -&gt; oauth2.jwt(...)) activa la autenticación mediante JWT en las peticiones con token Bearer, usando el JwtDecoder configurado.</a:t>
            </a:r>
            <a:endParaRPr lang="en-US" sz="1850" dirty="0"/>
          </a:p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httpBasic(AbstractHttpConfigurer::disable) retira oficialmente el mecanismo provisional: JWT es ahora el único mecanismo de autenticación.</a:t>
            </a:r>
            <a:endParaRPr lang="en-US" sz="1850" dirty="0"/>
          </a:p>
          <a:p>
            <a:pPr marL="190500" indent="-190500">
              <a:buSzPct val="100000"/>
              <a:buChar char="•"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 /v3/api-docs/**, /swagger-ui/** y /documentacion es nueva: sin ella, el navegador no podría ni cargar la documentación bajo STATELESS.</a:t>
            </a:r>
            <a:endParaRPr lang="en-US" sz="1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JwtAuthenticationConverter: tus roles, no scope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defecto, Spring espera los roles en un claim scope o scp — el habitual en OAuth2. Tú los guardas en un claim propio, roles: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1672" cy="2743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73152" cy="27432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84248"/>
            <a:ext cx="1058875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JwtAuthenticationConverter jwtAuthenticationConverter()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JwtGrantedAuthoritiesConverter authoritiesConverter = new JwtGrantedAuthoritiesConverter();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authoritiesConverter.setAuthoritiesClaimName("roles");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authoritiesConverter.setAuthorityPrefix("ROLE_");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JwtAuthenticationConverter authenticationConverter = new JwtAuthenticationConverter();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authenticationConverter.setJwtGrantedAuthoritiesConverter(authoritiesConverter);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authenticationConverter;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setAuthorityPrefix("ROLE_") reconstruye el prefijo que JwtService te quitó al generar el token, para no guardarlo por duplicado dentro del JWT.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/api/v1/auth/me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554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15544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64208"/>
            <a:ext cx="1058875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@GetMapping("/me")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ResponseEntity&lt;AuthMeResponse&gt; getCurrentUser()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Authentication authentication = SecurityContextHolder.getContext().getAuthentication();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construir la respuesta con authentication.getName() y sus roles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6616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endpoint sencillo para verificar qué información viaja dentro de tu propio token: útil tanto para probar como para entender qué sabe el servidor de ti en cada petición autenticada.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"Authorize" en Swagger para Bearer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3108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31089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98448"/>
            <a:ext cx="10588752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OpenAPI libreriaOpenAPI()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String esquema = "bearerAuth";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OpenAPI()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.info(new Info().title("Mi librería").version("v1"))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.components(new Components()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.addSecuritySchemes(esquema, new SecurityScheme()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.type(SecurityScheme.Type.HTTP)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.scheme("bearer").bearerFormat("JWT")))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.addSecurityItem(new SecurityRequirement().addList(esquema));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addSecuritySchemes(...) define el esquema solo para que Swagger sepa cómo mostrarlo, no cambia nada del backend; addSecurityItem(...) lo aplica por defecto a todos los endpoints.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prueba en Swagger UI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109167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2400"/>
              </a:spcAft>
              <a:buSzPct val="100000"/>
              <a:buChar char="•"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Reinicia, entra en /documentacion, busca POST /api/v1/auth/login y pruébalo con "Try it out" — sin pulsar "Authorize" antes, no lo necesita.</a:t>
            </a:r>
            <a:endParaRPr lang="en-US" sz="2100" dirty="0"/>
          </a:p>
          <a:p>
            <a:pPr marL="190500" indent="-190500">
              <a:spcAft>
                <a:spcPts val="2400"/>
              </a:spcAft>
              <a:buSzPct val="100000"/>
              <a:buChar char="•"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el accessToken de la respuesta.</a:t>
            </a:r>
            <a:endParaRPr lang="en-US" sz="2100" dirty="0"/>
          </a:p>
          <a:p>
            <a:pPr marL="190500" indent="-190500">
              <a:buSzPct val="100000"/>
              <a:buChar char="•"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 "Authorize", pega el token (sin escribir Bearer, Swagger lo añade solo) y prueba cualquier endpoint protegido con "Try it out".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 lo que JWT resuelve y lo que no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554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evita reenviar la contraseña en cada petición — un avance real. Pero el canal en sí sigue siendo el mismo: si no hay HTTPS, tanto el login como el propio token viajan en claro por la red. La firma del JWT garantiza integridad, no confidencialidad del transporte — son dos cosas distintas.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añade esa confidencialidad cifrando el canal con TLS. En desarrollo se suele usar un certificado autofirmado; en producción lo emite una CA reconocida, o se delega a un proxy/gateway. El resto de este curso sigue trabajando sin HTTPS, por simplificación deliberada.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JWT tampoco resuelve: revocar un token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554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usuario cierra sesión, o un administrador quiere echarlo ahora mismo, ¿cómo se invalida su token? Con JWT tal y como lo has construido, no se puede: el servidor no guarda ningún registro de qué tokens ha emitido, así que un token firmado sigue siendo válido hasta que caduca por su cuenta (exp).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Marcar un usuario como activo = false impide que vuelva a autenticarse, pero no invalida un JWT que ya tenía emitido. En un proyecto real: lista negra de tokens revocados, o tokens de vida muy corta + refresh token.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es sin estado; la sesión en servidor (cookie + almacén) y el token autocontenido (JWT) son las dos soluciones clásicas para "recordar quién eres".</a:t>
            </a:r>
            <a:endParaRPr lang="en-US" sz="16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≠ cifrar: el contenido de un JWT es legible, pero HMAC permite detectar modificaciones y comprobar que fue generado con el secreto compartido.</a:t>
            </a:r>
            <a:endParaRPr lang="en-US" sz="16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JWT tiene tres partes (header.payload.signature); los claims del payload llevan quién eres, tus roles y la expiración.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SessionCreationPolicy.STATELESS + oauth2ResourceServer(...).jwt(...) activan la validación automática de JWT; httpBasic(disable) retira el mecanismo provisional.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(cont.)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Autenticación con JWT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construye internamente el AuthenticationManager, pero hay que exponerlo como bean para inyectarlo; el JwtAuthenticationConverter es propio porque tus roles están en el claim roles, no en scope/scp.</a:t>
            </a:r>
            <a:endParaRPr lang="en-US" sz="16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resuelve el reenvío de contraseña en cada petición, pero no sustituye a HTTPS — la firma da integridad, no confidencialidad del canal.</a:t>
            </a:r>
            <a:endParaRPr lang="en-US" sz="1600" dirty="0"/>
          </a:p>
          <a:p>
            <a:pPr marL="190500" indent="-1905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authenticate(...) se llama dentro de tu controller, no en un filtro — su excepción sí llega a tu GlobalExceptionHandler, a diferencia del 401 de HTTP Basic.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tampoco resuelve la revocación: un token firmado es válido hasta que caduca — se aborda con listas negras o tokens de vida corta + refresh token, ninguna implementada en este curso.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Autenticación con JWT</dc:title>
  <dc:subject>PptxGenJS Presentation</dc:subject>
  <dc:creator>Programación de Servicios y Procesos</dc:creator>
  <cp:lastModifiedBy>Programación de Servicios y Procesos</cp:lastModifiedBy>
  <cp:revision>1</cp:revision>
  <dcterms:created xsi:type="dcterms:W3CDTF">2026-08-06T21:54:15Z</dcterms:created>
  <dcterms:modified xsi:type="dcterms:W3CDTF">2026-08-06T21:54:15Z</dcterms:modified>
</cp:coreProperties>
</file>