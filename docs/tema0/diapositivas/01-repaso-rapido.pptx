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0: REPASO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rápido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condicionales y bucles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Variables, tipos y arrays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Repaso rápido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es fuertemente tipado: cada variable declara su tipo, y ese tipo no cambia durante la ejecución.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4436669"/>
                <a:gridCol w="4214835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Categoría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Primitivo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int, double, boolean, char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valor directamente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Referencia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String, Persona, ArrayList&lt;T&gt;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dirección al objeto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114800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114800"/>
            <a:ext cx="731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224528"/>
            <a:ext cx="10588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numeros = {2, 4, 6, 8};  // tamaño fijo: 4 huecos, ni uno más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System.out.println(numeros[0]); // 2, el primer elemento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limitación de tamaño fijo es justo la que resuelven las colecciones, en el siguiente apartado.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Tipos numéricos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Repaso rápido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todos los números son iguales: cada tipo numérico ocupa un tamaño distinto y eso limita su rango y si admite decimales.</a:t>
            </a:r>
            <a:endParaRPr lang="en-US" sz="1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1552834"/>
                <a:gridCol w="1885584"/>
                <a:gridCol w="1885584"/>
                <a:gridCol w="5767669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Tamaño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¿Decimales?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bits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tipo por defecto para enteros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bits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un int se queda corto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double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bits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tipo por defecto para decimales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bits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decimales, ahorrando memoria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257800"/>
            <a:ext cx="731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367528"/>
            <a:ext cx="10588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poblacionMundial = 8_100_000_000L; // la "L" indica long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precioAproximado = 19.99f;        // la "f" indica float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Cadenas de texto (String)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Repaso rápido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String es inmutable: ningún método lo modifica, todos devuelven un String nuevo.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994751"/>
                <a:gridCol w="3549335"/>
                <a:gridCol w="4547586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length()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número de caracteres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"Hola".length() → 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charAt(i)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carácter en la posición 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"Hola".charAt(0) → 'H'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substring(i,j)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trozo de texto entre i y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"Hola".substring(1,3) → "ol"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toUpperCase()/toLowerCase()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mayúsculas / minúsculas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"Hola".toUpperCase() → "HOLA"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trim()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quita espacios de los extremos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  Hola  ".trim() → "Hola"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equals(otro)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 el contenido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"Hola".equals("hola") → false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Condicionales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Repaso rápido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if/else y switch deciden qué bloque de código se ejecuta según una condición booleana.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2286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73152" cy="22860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01368"/>
            <a:ext cx="10588752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edad = 17;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&gt;= 18) {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System.out.println("Es mayor de edad");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System.out.println("Es menor de edad");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11091672" cy="9601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3484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comparar dos String nunca uses ==: usa siempre .equals(). Con primitivos (int, double, boolean) sí puedes usar ==.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If anidado y cadenas else if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Repaso rápido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hay más de dos posibilidades, los if se anidan: una cadena de else if evita acumular llaves de más.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1672" cy="29260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73152" cy="29260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55648"/>
            <a:ext cx="10588752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nota = 6;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(nota &gt;= 9)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System.out.println("Sobresaliente");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(nota &gt;= 7)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System.out.println("Notable");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(nota &gt;= 5)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System.out.println("Suficiente");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System.out.println("Insuficiente");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1091672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9377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else if solo se comprueba si los anteriores han sido falsos, y en cuanto uno se cumple, el resto ya no se evalúa.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Bucles: for, while y do-while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Repaso rápido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3200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868680"/>
            <a:ext cx="73152" cy="3200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978408"/>
            <a:ext cx="1058875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4; i++)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System.out.println("Vuelta número " + i);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intentos = 0;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(intentos &lt; 3) { intentos++; 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numero;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 = leerNumero();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(numero &lt; 0);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11091672" cy="868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805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diferencia: un while puede no ejecutarse nunca; un do-while se ejecuta siempre al menos una vez.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For-each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Repaso rápido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for-each (for (Tipo elemento : coleccion)) es el que más vas a usar para recorrer arrays, listas y colecciones sin manejar índices a mano.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18288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73152" cy="18288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12848"/>
            <a:ext cx="1058875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numeros = {2, 4, 6, 8};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n : numeros) 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System.out.println(n);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8912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aquí preferimos for-each y, más adelante, streams frente al for clásico con índice.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Programación de Servicios y Procesos</dc:creator>
  <cp:lastModifiedBy>Programación de Servicios y Procesos</cp:lastModifiedBy>
  <cp:revision>1</cp:revision>
  <dcterms:created xsi:type="dcterms:W3CDTF">2026-07-07T16:33:48Z</dcterms:created>
  <dcterms:modified xsi:type="dcterms:W3CDTF">2026-07-07T16:33:48Z</dcterms:modified>
</cp:coreProperties>
</file>