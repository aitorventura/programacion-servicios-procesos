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3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 —  TEMA 3: PROGRAMACIÓN MULTIHILO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TaskExecutor propio y prioridades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última pieza: dónde corre el warm-up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una pieza suelta: dónde corre el trabajo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warm-up ya funciona de principio a fin: un evento se publica, un listener @Async lo recoge y recalienta la caché en segundo plano, sincronizado con el commit.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91672" cy="11887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6032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ahora corre en el pool de hilos genérico que Spring monta por defecto para cualquier @Async del proyecto, compartido con cualquier otra tarea asíncrona — sin que tú hayas decidido nada al respecto. Hoy cierras el tema tomando ese control.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TaskExecutor propio y prioridades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un pool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hilo nuevo por cada tarea es como contratar y despedir a un operario distinto por cada tarea, por pequeña que sea. Cada hilo tiene un coste real de creación y ocupa memoria propia mientras existe.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50292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pool de hilos: grupo reutilizable que toma tareas de una cola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422904" cy="10058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71800"/>
            <a:ext cx="3331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Tareas nuevas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25824" y="29260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83024" y="2926080"/>
            <a:ext cx="3422904" cy="10058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8744" y="2971800"/>
            <a:ext cx="3331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Cola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(queueCapacity)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60208" y="29260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17408" y="2926080"/>
            <a:ext cx="3422904" cy="10058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3128" y="2971800"/>
            <a:ext cx="3331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👷 Pool de hilos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corePoolSize … maxPoolSize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TaskExecutor propio y prioridades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parámetros lo definen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corePoolSize: </a:t>
            </a:r>
            <a:endParaRPr lang="en-US" sz="1900" dirty="0"/>
          </a:p>
          <a:p>
            <a:pPr lvl="1" marL="762000" indent="-3810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 base del pool; los hilos se crean a medida que llegan tareas hasta ese número y, una vez creados, permanecen disponibles.</a:t>
            </a:r>
            <a:endParaRPr lang="en-US" sz="19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maxPoolSize: </a:t>
            </a:r>
            <a:endParaRPr lang="en-US" sz="1900" dirty="0"/>
          </a:p>
          <a:p>
            <a:pPr lvl="1" marL="762000" indent="-3810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límite máximo de hilos que el pool puede llegar a crear si la carga aumenta.</a:t>
            </a:r>
            <a:endParaRPr lang="en-US" sz="19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queueCapacity: </a:t>
            </a:r>
            <a:endParaRPr lang="en-US" sz="1900" dirty="0"/>
          </a:p>
          <a:p>
            <a:pPr lvl="1" marL="762000" indent="-381000"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cuántas tareas pueden esperar en cola antes de crear más hilos (hasta maxPoolSize) o, si ya está en el máximo, rechazar la tarea.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TaskExecutor propio y prioridades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cola se llena: la política de rechazo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cola se llena y ya se ha alcanzado maxPoolSize, qué pasa con la tarea nueva lo decide el RejectedExecutionHandler del pool: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3549335"/>
                <a:gridCol w="7542337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Política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 con la tarea que no cabe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AbortPolicy (por defecto)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Lanza RejectedExecutionException — quien publicó se entera del rechazo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CallerRunsPolicy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ejecuta el propio hilo que la publicaba — frena a quien publica, sin perder la tarea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DiscardPolicy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descarta en silencio, sin avisar a nadie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DiscardOldestPolicy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Descarta la tarea más antigua de la cola, para hacer sitio a la nueva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66360"/>
            <a:ext cx="11091672" cy="685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257800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es "la correcta" en abstracto — depende de si perder una tarea es aceptable o si hace falta enterarse siempre de un rechazo.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TaskExecutor propio y prioridades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prioridad de un hilo: qué controla de verdad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prioridad es una pista que le das al planificador del sistema operativo — no un mecanismo nuevo, ni una reserva de CPU. En Java va de 1 a 10, con 5 (NORM_PRIORITY) por defecto.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3105668"/>
                <a:gridCol w="7986004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Prioridad de hilo (setThreadPriority)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 una pista al planificador del SO sobre a quién preferir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no garantiza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 el hilo de baja prioridad se quede sin CPU, ni que el de alta la consiga siempre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se nota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si hay contención real por los mismos núcleos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Portabilidad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mismo número puede comportarse distinto según el sistema operativo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TaskExecutor propio y prioridades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pools acotados, y no jugar con prioridades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4630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Linux, Windows y macOS no tratan la prioridad de Java igual, y solo se nota cuando hay contención real. Si hay núcleos libres, o los hilos pasan la mayor parte del tiempo esperando (sleep, una respuesta de BD), la prioridad casi no cambia nada observable.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Acotar corePoolSize/maxPoolSize es una garantía real (como mucho existirán tantos hilos de warm-up como hayas fijado, en cualquier SO), mientras que la prioridad es, como mucho, una esperanza.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TaskExecutor propio y prioridades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 por defecto vs. TaskExecutor propio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/>
                <a:gridCol w="4103919"/>
                <a:gridCol w="4103919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Executor por defecto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TaskExecutor propio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¿Quién lo usa?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tareas que usen el executor por defecto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Este listener lo selecciona explícitamente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 hilo en el log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Genérico (task-1, task-2...)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Reconocible (warmup-1, warmup-2...)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Tamaño del pool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que decida Spring por defecto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que tú decidas, ajustado a esta tarea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4632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mañana añades otra tarea @Async (un envío de correo), competiría por los mismos hilos que el warm-up, y en el log ambas aparecerían con el mismo nombre genérico.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TaskExecutor propio y prioridades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TaskExecutor propio para el warm-up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1672" cy="33832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33832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07008"/>
            <a:ext cx="10588752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@Bean(name = "warmupExecutor")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TaskExecutor warmupExecutor() 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ThreadPoolTaskExecutor executor = new ThreadPoolTaskExecutor();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executor.setCorePoolSize(2);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executor.setMaxPoolSize(4);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executor.setQueueCapacity(20);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executor.setThreadNamePrefix("warmup-");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executor.setThreadPriority(Thread.MIN_PRIORITY);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executor.initialize();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executor;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TaskExecutor propio y prioridades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valor tiene un porqué concreto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1774668"/>
                <a:gridCol w="6876837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Parámetro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corePoolSize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Hasta 2 tareas simultáneas antes de esperar en cola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maxPoolSize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Límite bajo a propósito: un pico no debe crecer sin control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queueCapacity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Margen para picos breves, sin disparar maxPoolSize enseguida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threadNamePrefix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"warmup-"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herramienta de depuración más útil: se distingue en el log de los http-nio-* o los genéricos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threadPriority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MIN_PRIORITY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 esta tarea de fondo como candidata a ceder el paso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TaskExecutor propio y prioridades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Dirigir @Async a este pool concreto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1672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15544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07008"/>
            <a:ext cx="105887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@TransactionalEventListener(phase = TransactionPhase.AFTER_COMMIT)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@Async("warmupExecutor")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onTopNovedadesInvalidado(TopNovedadesInvalidadoEvent event)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1091672" cy="13716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1752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Separarlo permite limitar cuántos warm-ups pueden ejecutarse a la vez y evita que compitan por los mismos hilos con otras tareas @Async. Las peticiones HTTP siguen teniendo el pool de Tomcat, aunque todos esos hilos sí pueden competir indirectamente por CPU o conexiones de base de datos.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TaskExecutor propio y prioridades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pool de hilos se define por corePoolSize, maxPoolSize y queueCapacity. Si la cola se llena con el pool al máximo, la política de rechazo decide qué pasa con la tarea que no cabe.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prioridad de un hilo es una sugerencia al planificador del SO, no una garantía — por eso se prefieren pools separados y acotados antes que confiar en prioridades.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threadNamePrefix es la herramienta de depuración más práctica: hilos identificables a simple vista en logs.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@Async("nombreDelBean") dirige la ejecución a un TaskExecutor concreto; separar pools permite aislar tareas asíncronas con necesidades distintas.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la configuración (por qué esos tamaños, por qué esa prioridad) es parte del trabajo de depuración y documentación, no un extra opcional.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TaskExecutor propio y prioridades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TaskExecutor propio y prioridades</dc:title>
  <dc:subject>PptxGenJS Presentation</dc:subject>
  <dc:creator>Programación de Servicios y Procesos</dc:creator>
  <cp:lastModifiedBy>Programación de Servicios y Procesos</cp:lastModifiedBy>
  <cp:revision>1</cp:revision>
  <dcterms:created xsi:type="dcterms:W3CDTF">2026-08-10T17:48:22Z</dcterms:created>
  <dcterms:modified xsi:type="dcterms:W3CDTF">2026-08-10T17:48:22Z</dcterms:modified>
</cp:coreProperties>
</file>