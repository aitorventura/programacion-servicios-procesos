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756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3: PROGRAMACIÓN MULTIHILO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 asíncronos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warm-up de caché — parte 2 de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pasaría si el listener no fuera asíncrono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listener que vas a construir tiene que volver a llamar a getTopNovedades(), la misma consulta que tarda 2 segundos. Si Spring lo ejecutara de la forma más simple, lo haría en el mismo hilo que ha publicado el evento: el hilo de la petición HTTP.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1672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cliente, que solo quería su 201 Created, se quedaría esperando esos 2 segundos igualmente — el mismo coste que la caché pretendía evitar, solo que trasladado de sitio, no eliminado.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@Async rompe la cadena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0292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Listener normal, sin @Async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22904" cy="8686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331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create() publica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evento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25824" y="19659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3024" y="1965960"/>
            <a:ext cx="3422904" cy="8686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28744" y="2011680"/>
            <a:ext cx="3331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recalienta,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mismo hilo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60208" y="19659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17408" y="1965960"/>
            <a:ext cx="3422904" cy="8686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63128" y="2011680"/>
            <a:ext cx="3331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al cliente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2 segundos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1672" cy="50292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Listener con @Async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340407" y="4069080"/>
            <a:ext cx="7508138" cy="54864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340407" y="4069080"/>
            <a:ext cx="7508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create() publica el evento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4476" y="461772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362956" cy="6400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94360" y="4892040"/>
            <a:ext cx="52715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al cliente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instante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30118" y="475488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277356" y="4892040"/>
            <a:ext cx="5362956" cy="6400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323076" y="4892040"/>
            <a:ext cx="52715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recalienta 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plano (otro hilo)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58834" y="475488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30118" y="4754880"/>
            <a:ext cx="5728716" cy="914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@Async: qué hace exactamente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@Async le dice a Spring: no ejecutes este método en el hilo de quien lo llama — despáchalo a un pool de hilos aparte, y devuelve el control inmediatamente.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2743200"/>
        </p:xfrm>
        <a:graphic>
          <a:graphicData uri="http://schemas.openxmlformats.org/drawingml/2006/table">
            <a:tbl>
              <a:tblPr/>
              <a:tblGrid>
                <a:gridCol w="3771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0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0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@Async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@Async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¿En qué hilo se ejecuta?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mismo hilo de quien lo llama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un hilo del pool, aparte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recupera el control quien llamó?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método termina de ejecutarse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Inmediatamente, sin esperar a que termine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debajo, Spring envía la llamada a un ExecutorService (la escala de abstracción del primer apartado), y el método original se ejecuta en uno de esos hilos del pool.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trampa clásica: @Async desde la misma clase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10312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
</a:t>
            </a:r>
            <a:endParaRPr lang="en-US" sz="21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solo puede interceptar una llamada que venga de fuera de la clase. Si un método llama directamente a otro método @Async de esa misma clase (this.metodoAsync(...)), no hay ninguna llamada externa que interceptar — se ejecuta como una llamada normal de Java, en el mismo hilo, y @Async se ignora EN SILENCIO, sin ningún error ni aviso.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warm-up no va a pasar, porque el listener es un bean aparte al que Spring llama desde fuera — pero conviene tenerlo en la cabeza para el futuro.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problema sutil: el commit todavía no ha ocurrido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1371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listener se dispara antes de que la transacción de LibroService.create() haga commit, el hilo del warm-up podría leer la base de datos en un estado que todavía no incluye el libro recién creado — y recalentaría la caché con datos viejos.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@TransactionalEventListener(phase = AFTER_COMMIT) resuelve esto: espera a que la transacción que publicó el evento haga commit con éxito, y solo entonces ejecuta el listener.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AFTER_COMMIT vs. con AFTER_COMMIT</a:t>
            </a:r>
            <a:endParaRPr lang="en-US" sz="2500" dirty="0"/>
          </a:p>
        </p:txBody>
      </p:sp>
      <p:pic>
        <p:nvPicPr>
          <p:cNvPr id="4" name="Image 0" descr="C:/Users/Aitor/docxgen/img/psp-t3-seq-after-com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058" y="913382"/>
            <a:ext cx="6601590" cy="5560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técnica de sincronización concreta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1828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07008"/>
            <a:ext cx="1058875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@TransactionalEventListener(phase = TransactionPhase.AFTER_COMMIT)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@Async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onLibrosBaratosInvalidado(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LibrosBaratosInvalidadoEvent event)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 ejecuta DESPUÉS del commit, EN OTRO HILO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conoces @Transactional de Acceso a Datos — esto es la contrapartida del lado "quien reacciona a que una transacción ha terminado", no del lado "quien abre la transacción".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hilo, ahora observables de verdad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 el ciclo de estados del primer apartado, esta vez con el retraso artificial que simula el coste de recalcular los libros más baratos: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3200400"/>
        </p:xfrm>
        <a:graphic>
          <a:graphicData uri="http://schemas.openxmlformats.org/drawingml/2006/table">
            <a:tbl>
              <a:tblPr/>
              <a:tblGrid>
                <a:gridCol w="7209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del hilo del warm-up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listener empieza a ejecutar el recálculo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Dentro del retraso artificial (sleep simulado)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TIMED_WAITING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retraso termina, sigue calculando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listener termina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TERMINATED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1672" cy="777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44068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aparece BLOCKED — ese estado nace de esperar un lock ocupado por otro hilo, y este warm-up no compite por ningún lock.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de compartición: dos escrituras a la vez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dos escrituras casi simultáneas publican dos eventos? Se lanzan dos tareas de warm-up que pueden ejecutarse a la vez en hilos distintos del pool.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 del trabajo duplicado, aparece una carrera: si ambas encuentran la caché vacía, una tarea que empezó antes puede terminar después y dejar en Redis un resultado calculado sobre un estado anterior de la base de datos. En un sistema real habría que coordinar esos recálculos.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de compartición: evento mutable y ThreadLocal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listener leyera una entidad JPA compartida en vez de un evento inmutable? </a:t>
            </a:r>
            <a:endParaRPr lang="en-US" sz="1800" dirty="0"/>
          </a:p>
          <a:p>
            <a:pPr marL="762000" lvl="1" indent="-3810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objeto fuera mutable y compartido con el hilo que publicó, existiría el riesgo de que cambiara mientras el listener aún lo usa — la misma condición de carrera de la Actividad 3.1. La inmutabilidad del evento elimina ese riesgo por diseño.</a:t>
            </a:r>
            <a:endParaRPr lang="en-US" sz="18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listener necesitara el usuario autenticado del hilo original? </a:t>
            </a:r>
            <a:endParaRPr lang="en-US" sz="1800" dirty="0"/>
          </a:p>
          <a:p>
            <a:pPr marL="762000" lvl="1" indent="-381000"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 tendría — un hilo nuevo no hereda lo que estuviera guardado en un ThreadLocal (así almacena Spring Security el usuario actual). Ese dato tendría que pasarse como parámetro explícito.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que vas a medir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315468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(3.2, sin warm-up)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Después (hoy, con warm-up)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 crear un libro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caché queda vacía hasta que alguien vuelve a consultar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listener empieza a recalentarla automáticamente en segundo plano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paga el coste?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primer usuario que pide el listado tras la escritura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hilo del warm-up intenta asumir ese coste antes de la siguiente petición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822960" y="46177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warm-up termina antes de la siguiente petición, ese usuario encontrará ya el resultado en caché. Si una petición llega mientras el warm-up todavía trabaja, puede coincidir con ese recálculo.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@Async hace que Spring intercepte la llamada y despache la ejecución a un pool de hilos aparte — el llamador no espera a que termine.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Llamar a un método @Async desde dentro de la misma clase hace que Spring no pueda interceptar la llamada: se ignora en silencio y corre en el mismo hilo.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@TransactionalEventListener(phase = AFTER_COMMIT) sincroniza el arranque del listener con el momento en que la transacción ya ha hecho commit.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retraso artificial del endpoint lento es un caso observable real del estado TIMED_WAITING.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Publicaciones casi simultáneas pueden provocar trabajo duplicado y carreras entre recálculos; un evento inmutable evita condiciones de carrera sobre los datos compartidos.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hilo nuevo no hereda el contexto del hilo original: nada guardado en un ThreadLocal (como el SecurityContext) viaja solo — hay que pasarlo como parámetro explícito.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Listeners asíncronos (2/2)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1260</Words>
  <Application>Microsoft Office PowerPoint</Application>
  <PresentationFormat>Panorámica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Listeners asíncronos: el warm-up de caché (2/2)</dc:title>
  <dc:subject>PptxGenJS Presentation</dc:subject>
  <dc:creator>Programación de Servicios y Procesos</dc:creator>
  <cp:lastModifiedBy>VENTURA EDO, AITOR</cp:lastModifiedBy>
  <cp:revision>2</cp:revision>
  <dcterms:created xsi:type="dcterms:W3CDTF">2026-08-10T17:45:56Z</dcterms:created>
  <dcterms:modified xsi:type="dcterms:W3CDTF">2026-08-10T21:41:37Z</dcterms:modified>
</cp:coreProperties>
</file>