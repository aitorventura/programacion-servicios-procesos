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4: PROGRAMACIÓN DE COMUNICACIONES EN 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Sockets: la base de toda comunicación en red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Programación de comunicaciones en red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usas sin saberlo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has hecho hasta ahora en este módulo —peticiones REST, JWT, RabbitMQ— viaja, por debajo, sobre una pieza que nunca has tocado directamente: el socket.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1091672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862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apartado saca el socket a la superficie: qué es, quién lo abre, y cómo viajan los datos por él.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socket: IP + puerto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programas que se comunican por red lo hacen a través de una conexión: un canal identificado por dos datos, por ejemplo en 192.168.1.5:8080.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 — qué máquina, de entre todas las de la red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 — qué programa concreto, de entre todos los que corren en esa máquina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93776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IP es el portal del edificio; el puerto es el piso concreto dentro de ese portal. Un socket es el objeto de tu código que representa uno de los dos extremos de esa conexión.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programa tiene el suyo, en su propio lado</a:t>
            </a:r>
            <a:endParaRPr lang="en-US" sz="2500" dirty="0"/>
          </a:p>
        </p:txBody>
      </p:sp>
      <p:pic>
        <p:nvPicPr>
          <p:cNvPr id="4" name="Image 0" descr="C:/Users/Aitor/docxgen/img/sockets_ambos_l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155" y="1554480"/>
            <a:ext cx="7906642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520440"/>
            <a:ext cx="11091672" cy="1143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520440"/>
            <a:ext cx="73152" cy="11430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630168"/>
            <a:ext cx="10588752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-an | grep 8080   # LISTEN -&gt; el socket que espera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-an | grep 5432   # ESTABLISHED -&gt; ya abierto con PostgreSQL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curl habla con tu aplicación en el 8080, o tu aplicación se conecta a PostgreSQL (5432), MongoDB (27017) o RabbitMQ (5672), hay un socket TCP a cada lado en todos esos casos.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cliente y servidor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Servidor: escucha en un puerto concreto, esperando conexiones — como Tomcat en el 8080. En Java clásico, un ServerSocket.</a:t>
            </a:r>
            <a:endParaRPr lang="en-US" sz="230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 inicia la conexión hacia el servidor — como curl, o tu propia aplicación al conectar con PostgreSQL. En Java clásico, un Socket.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91672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062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y el cliente no hacen lo mismo, ni en el mismo orden — alguien tiene que existir primero y esperar, y alguien tiene que decidir el momento de conectarse.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· listen · accept · connect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914400"/>
        </p:xfrm>
        <a:graphic>
          <a:graphicData uri="http://schemas.openxmlformats.org/drawingml/2006/table">
            <a:tbl>
              <a:tblPr/>
              <a:tblGrid>
                <a:gridCol w="1552834"/>
                <a:gridCol w="4880336"/>
                <a:gridCol w="4658502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si...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servidor se asocia a un puerto — lo reclama para sí mismo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...te mudaras a un piso y pusieras tu nombre en el buzón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 a aceptar que llamen a esa puerta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...abrieras la puerta, listo para recibir visita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queda bloqueado hasta que llega alguien; abre un canal dedicado a ese cliente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...te quedaras junto a la puerta hasta que alguien llamara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cliente inicia la conexión hacia la IP y el puerto del servidor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...fueras tú a la dirección de otra persona y llamaras al timbre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secuencia completa, en orden</a:t>
            </a:r>
            <a:endParaRPr lang="en-US" sz="2500" dirty="0"/>
          </a:p>
        </p:txBody>
      </p:sp>
      <p:pic>
        <p:nvPicPr>
          <p:cNvPr id="4" name="Image 0" descr="C:/Users/Aitor/docxgen/img/secuencia_bind_listen_accept_conn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3167" y="1417320"/>
            <a:ext cx="4502618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ServerSocket nunca habla con nadie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único trabajo es bind + listen + accept. Cada vez que accept() devuelve, se crea un Socket nuevo y distinto, uno por cliente — es con ese Socket con el que de verdad se conversa, nunca con el ServerSocket.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2" cy="914400"/>
        </p:xfrm>
        <a:graphic>
          <a:graphicData uri="http://schemas.openxmlformats.org/drawingml/2006/table">
            <a:tbl>
              <a:tblPr/>
              <a:tblGrid>
                <a:gridCol w="3549335"/>
                <a:gridCol w="4214835"/>
                <a:gridCol w="332750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Asociarse y escuchar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ServerSocket(puerto)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Aceptar / conectar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serverSocket.accept() (bloqueante)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Socket(host, puerto)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Leer y escribir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streams sobre el Socket de accept()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streams sobre su propio Socket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accept() es bloqueante y devuelve una sola conexión cada vez: un servidor que solo hace eso no puede atender a un segundo cliente mientras sigue con el primero — lo resuelves con hilos en la Actividad 4.1.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socket: TCP vs. UDP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4547586"/>
                <a:gridCol w="4547586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 / TCP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Datagrama / UDP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Orientado a conexión — se establece antes de intercambiar datos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conexión — cada paquete viaja independiente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Fiabilidad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Garantiza entrega y orden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garantías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Java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Socket, ServerSocket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DatagramSocket, DatagramPacket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se usa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HTTP, BD, RabbitMQ — todo lo construido en el curso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Streaming/juegos en tiempo real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"Orientado a conexión": el three-way handshake</a:t>
            </a:r>
            <a:endParaRPr lang="en-US" sz="2500" dirty="0"/>
          </a:p>
        </p:txBody>
      </p:sp>
      <p:pic>
        <p:nvPicPr>
          <p:cNvPr id="4" name="Image 0" descr="C:/Users/Aitor/docxgen/img/secuencia_syn_synack_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1683" y="1417320"/>
            <a:ext cx="5005586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5321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código Java nunca escribe estos tres mensajes: los intercambia el sistema operativo. new Socket(host, puerto) espera a que el SO complete SYN -&gt; SYN-ACK -&gt; ACK antes de devolver el control.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fiable: segmentos, ACK y retransmisión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divide los datos en segmentos y usa números de secuencia y confirmaciones ACK para saber qué ha llegado. Los ACK pueden confirmar varios segmentos a la vez.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1091672" cy="12344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6324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emisor no recibe a tiempo la confirmación, TCP retransmite — puede ser porque se perdieron los datos, o porque se perdió el propio ACK de vuelta.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código nunca ve nada de este ir y venir: ni el reenvío, ni el duplicado descartado. Solo lees de un stream, y los datos llegan completos y en orden.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escenarios de pérdida, resueltos igual</a:t>
            </a:r>
            <a:endParaRPr lang="en-US" sz="2500" dirty="0"/>
          </a:p>
        </p:txBody>
      </p:sp>
      <p:pic>
        <p:nvPicPr>
          <p:cNvPr id="4" name="Image 0" descr="C:/Users/Aitor/docxgen/img/segmento_perd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39" y="1188720"/>
            <a:ext cx="3556998" cy="4023360"/>
          </a:xfrm>
          <a:prstGeom prst="rect">
            <a:avLst/>
          </a:prstGeom>
        </p:spPr>
      </p:pic>
      <p:pic>
        <p:nvPicPr>
          <p:cNvPr id="5" name="Image 1" descr="C:/Users/Aitor/docxgen/img/ack_perd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102" y="1188720"/>
            <a:ext cx="3550024" cy="4023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44068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pierde el segmento (izquierda) o se pierde el ACK (derecha): en ambos casos TCP reenvía, y los números de secuencia evitan que el servidor entregue el dato duplicado dos veces.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UDP sigue existiendo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3993002"/>
                <a:gridCol w="3993002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UDP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enviar datos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negocia la conexión primero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envía directo, sin avisar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un paquete se pierde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reenvía solo, tú no te enteras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pierde y nadie te avisa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Coste del protocolo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control, confirmación y retransmisión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mecanismos de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5720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videollamada, un dato tarde ya no sirve: mejor perder un fotograma que congelarse. En una transferencia bancaria, perder un byte no es aceptable: ahí es TCP quien tiene sentido.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comunicación en arquitecturas distribuidas</a:t>
            </a:r>
            <a:endParaRPr lang="en-US" sz="2500" dirty="0"/>
          </a:p>
        </p:txBody>
      </p:sp>
      <p:pic>
        <p:nvPicPr>
          <p:cNvPr id="4" name="Image 0" descr="C:/Users/Aitor/docxgen/img/modelos_comunic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2103" y="1325880"/>
            <a:ext cx="8344747" cy="2514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5196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Petición-respuesta síncrono: REST — todo el curso.</a:t>
            </a:r>
            <a:endParaRPr lang="en-US" sz="19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de mensajes asíncrona: RabbitMQ (Tema 3) — dentro de una misma cola, cada mensaje lo procesa uno de sus consumidores.</a:t>
            </a:r>
            <a:endParaRPr lang="en-US" sz="19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bidireccional persistente: WebSocket, próximo apartado.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no basta con petición-respuesta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servidor necesita avisar al cliente de algo que acaba de pasar, sin que el cliente pregunte primero. Con REST puro, el cliente tendría que preguntar constantemente — ineficiente y con retraso.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1091672" cy="13716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5760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concreto de las próximas actividades: un panel de actividad en vivo, donde el servidor empuja cada evento del catálogo hacia los clientes conectados, en el instante en que ocurre.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socket es el extremo programable de una conexión de red (IP + puerto) — está debajo de toda comunicación que ya has usado en el curso.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(ServerSocket: bind/listen/accept) escucha; cliente (Socket: connect) inicia la conexión.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(orientado a conexión, fiable) es lo que usa todo lo construido en el curso; UDP (sin conexión, sin garantías) se usa donde la velocidad importa más que la fiabilidad total.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modelos de comunicación: petición-respuesta síncrono (REST), cola de mensajes asíncrona (RabbitMQ) y canal bidireccional persistente (WebSocket).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necesita avisar proactivamente al cliente cuando petición-respuesta no basta — el escenario que resuelve el panel de actividad en vivo de las próximas actividades.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Sockets: la base de toda comunicación en red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Sockets: la base de toda comunicación en red</dc:title>
  <dc:subject>PptxGenJS Presentation</dc:subject>
  <dc:creator>Programación de Servicios y Procesos</dc:creator>
  <cp:lastModifiedBy>Programación de Servicios y Procesos</cp:lastModifiedBy>
  <cp:revision>1</cp:revision>
  <dcterms:created xsi:type="dcterms:W3CDTF">2026-08-10T18:10:02Z</dcterms:created>
  <dcterms:modified xsi:type="dcterms:W3CDTF">2026-08-10T18:10:02Z</dcterms:modified>
</cp:coreProperties>
</file>